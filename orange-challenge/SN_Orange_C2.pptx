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"/>
  </p:notesMasterIdLst>
  <p:sldIdLst>
    <p:sldId id="256" r:id="rId5"/>
    <p:sldId id="278" r:id="rId6"/>
    <p:sldId id="279" r:id="rId7"/>
    <p:sldId id="280" r:id="rId8"/>
  </p:sldIdLst>
  <p:sldSz cx="18288000" cy="10287000"/>
  <p:notesSz cx="6858000" cy="9144000"/>
  <p:embeddedFontLst>
    <p:embeddedFont>
      <p:font typeface="Arial Bold" panose="020B0604020202020204" charset="0"/>
      <p:regular r:id="rId10"/>
      <p:bold r:id="rId11"/>
    </p:embeddedFont>
    <p:embeddedFont>
      <p:font typeface="Ubuntu" panose="020B0504030602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BDB"/>
    <a:srgbClr val="3F759B"/>
    <a:srgbClr val="FFFFFF"/>
    <a:srgbClr val="1867B7"/>
    <a:srgbClr val="22C3C8"/>
    <a:srgbClr val="D9D9D9"/>
    <a:srgbClr val="EBEBEB"/>
    <a:srgbClr val="141519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477CD-B10C-4560-9A59-DD0CB88EA9CC}" v="259" dt="2026-02-08T19:00:46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858" autoAdjust="0"/>
  </p:normalViewPr>
  <p:slideViewPr>
    <p:cSldViewPr snapToGrid="0">
      <p:cViewPr varScale="1">
        <p:scale>
          <a:sx n="52" d="100"/>
          <a:sy n="52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28497C-3FF9-42D1-9B61-04F58A40E657}" type="doc">
      <dgm:prSet loTypeId="urn:microsoft.com/office/officeart/2005/8/layout/b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99A57E07-1A9B-43D2-B61A-360B0E431B69}">
      <dgm:prSet phldrT="[Texto]"/>
      <dgm:spPr/>
      <dgm:t>
        <a:bodyPr/>
        <a:lstStyle/>
        <a:p>
          <a:r>
            <a:rPr lang="en-US" noProof="0" dirty="0"/>
            <a:t>Interoperability</a:t>
          </a:r>
        </a:p>
      </dgm:t>
    </dgm:pt>
    <dgm:pt modelId="{87E3321E-9F1E-4DAC-B836-1A79536E82A5}" type="parTrans" cxnId="{CF5AB6E4-6376-4F3D-89F0-E70353283D7B}">
      <dgm:prSet/>
      <dgm:spPr/>
      <dgm:t>
        <a:bodyPr/>
        <a:lstStyle/>
        <a:p>
          <a:endParaRPr lang="es-ES"/>
        </a:p>
      </dgm:t>
    </dgm:pt>
    <dgm:pt modelId="{2129D727-94C1-40A8-91F6-5308D164AFA7}" type="sibTrans" cxnId="{CF5AB6E4-6376-4F3D-89F0-E70353283D7B}">
      <dgm:prSet/>
      <dgm:spPr/>
      <dgm:t>
        <a:bodyPr/>
        <a:lstStyle/>
        <a:p>
          <a:endParaRPr lang="es-ES"/>
        </a:p>
      </dgm:t>
    </dgm:pt>
    <dgm:pt modelId="{441D6D72-9F7D-45BF-8301-E224706F629D}">
      <dgm:prSet phldrT="[Texto]"/>
      <dgm:spPr/>
      <dgm:t>
        <a:bodyPr/>
        <a:lstStyle/>
        <a:p>
          <a:r>
            <a:rPr lang="en-US" noProof="0" dirty="0"/>
            <a:t>Protocol translation from </a:t>
          </a:r>
          <a:r>
            <a:rPr lang="en-US" b="1" noProof="0" dirty="0"/>
            <a:t>ZigBee to LTE-M</a:t>
          </a:r>
          <a:endParaRPr lang="en-US" noProof="0" dirty="0"/>
        </a:p>
      </dgm:t>
    </dgm:pt>
    <dgm:pt modelId="{6D872E2F-9120-4048-83DE-196E058051DE}" type="parTrans" cxnId="{688451E7-E7FB-4C09-ADBD-39DABC819DA2}">
      <dgm:prSet/>
      <dgm:spPr/>
      <dgm:t>
        <a:bodyPr/>
        <a:lstStyle/>
        <a:p>
          <a:endParaRPr lang="es-ES"/>
        </a:p>
      </dgm:t>
    </dgm:pt>
    <dgm:pt modelId="{F637A581-A557-4AF9-AABA-FC427ACC7C54}" type="sibTrans" cxnId="{688451E7-E7FB-4C09-ADBD-39DABC819DA2}">
      <dgm:prSet/>
      <dgm:spPr/>
      <dgm:t>
        <a:bodyPr/>
        <a:lstStyle/>
        <a:p>
          <a:endParaRPr lang="es-ES"/>
        </a:p>
      </dgm:t>
    </dgm:pt>
    <dgm:pt modelId="{D0046D6C-A3A2-440E-9F50-5CCEB527C4E8}">
      <dgm:prSet phldrT="[Texto]"/>
      <dgm:spPr/>
      <dgm:t>
        <a:bodyPr/>
        <a:lstStyle/>
        <a:p>
          <a:r>
            <a:rPr lang="en-US" noProof="0" dirty="0"/>
            <a:t>LPWAN Backhaul</a:t>
          </a:r>
        </a:p>
      </dgm:t>
    </dgm:pt>
    <dgm:pt modelId="{F76883B9-BF8F-42BB-AA1A-6BD069553617}" type="parTrans" cxnId="{F6A32976-2CC1-4F73-AD6B-1C7CB870CF99}">
      <dgm:prSet/>
      <dgm:spPr/>
      <dgm:t>
        <a:bodyPr/>
        <a:lstStyle/>
        <a:p>
          <a:endParaRPr lang="es-ES"/>
        </a:p>
      </dgm:t>
    </dgm:pt>
    <dgm:pt modelId="{C56EF580-41C6-436A-BD79-B752691049D8}" type="sibTrans" cxnId="{F6A32976-2CC1-4F73-AD6B-1C7CB870CF99}">
      <dgm:prSet/>
      <dgm:spPr/>
      <dgm:t>
        <a:bodyPr/>
        <a:lstStyle/>
        <a:p>
          <a:endParaRPr lang="es-ES"/>
        </a:p>
      </dgm:t>
    </dgm:pt>
    <dgm:pt modelId="{068F72AA-0B5D-4792-AD3E-48C4AE159D36}">
      <dgm:prSet phldrT="[Texto]"/>
      <dgm:spPr/>
      <dgm:t>
        <a:bodyPr/>
        <a:lstStyle/>
        <a:p>
          <a:r>
            <a:rPr lang="en-US" noProof="0" dirty="0"/>
            <a:t>Long-range connectivity to the nearest town</a:t>
          </a:r>
        </a:p>
      </dgm:t>
    </dgm:pt>
    <dgm:pt modelId="{9411B518-6B77-42CB-9786-78ABC6DE5E5C}" type="parTrans" cxnId="{543BC435-EEBE-4FED-BDC9-A3906BAF9C1D}">
      <dgm:prSet/>
      <dgm:spPr/>
      <dgm:t>
        <a:bodyPr/>
        <a:lstStyle/>
        <a:p>
          <a:endParaRPr lang="es-ES"/>
        </a:p>
      </dgm:t>
    </dgm:pt>
    <dgm:pt modelId="{296F9872-35D3-4951-8CCD-0CF56F36FE69}" type="sibTrans" cxnId="{543BC435-EEBE-4FED-BDC9-A3906BAF9C1D}">
      <dgm:prSet/>
      <dgm:spPr/>
      <dgm:t>
        <a:bodyPr/>
        <a:lstStyle/>
        <a:p>
          <a:endParaRPr lang="es-ES"/>
        </a:p>
      </dgm:t>
    </dgm:pt>
    <dgm:pt modelId="{1BD9DED0-CD2F-45AA-8FD3-AC84B2D73CA7}">
      <dgm:prSet phldrT="[Texto]"/>
      <dgm:spPr/>
      <dgm:t>
        <a:bodyPr/>
        <a:lstStyle/>
        <a:p>
          <a:r>
            <a:rPr lang="en-US" noProof="0" dirty="0"/>
            <a:t>Gate Control</a:t>
          </a:r>
        </a:p>
      </dgm:t>
    </dgm:pt>
    <dgm:pt modelId="{ED8365A2-8928-4073-9E55-C0BA338C12E9}" type="parTrans" cxnId="{48BF1726-E110-4A98-8E57-E335BEEEB5EC}">
      <dgm:prSet/>
      <dgm:spPr/>
      <dgm:t>
        <a:bodyPr/>
        <a:lstStyle/>
        <a:p>
          <a:endParaRPr lang="es-ES"/>
        </a:p>
      </dgm:t>
    </dgm:pt>
    <dgm:pt modelId="{F79F50BD-A18F-4215-87E4-4168BC5335D2}" type="sibTrans" cxnId="{48BF1726-E110-4A98-8E57-E335BEEEB5EC}">
      <dgm:prSet/>
      <dgm:spPr/>
      <dgm:t>
        <a:bodyPr/>
        <a:lstStyle/>
        <a:p>
          <a:endParaRPr lang="es-ES"/>
        </a:p>
      </dgm:t>
    </dgm:pt>
    <dgm:pt modelId="{0C641A94-122A-41DB-825D-8A70ECAB6F0A}">
      <dgm:prSet phldrT="[Texto]"/>
      <dgm:spPr/>
      <dgm:t>
        <a:bodyPr/>
        <a:lstStyle/>
        <a:p>
          <a:r>
            <a:rPr lang="en-US" noProof="0" dirty="0"/>
            <a:t>Connection between the Edge and the gate</a:t>
          </a:r>
        </a:p>
      </dgm:t>
    </dgm:pt>
    <dgm:pt modelId="{4E319CC0-5385-47E7-BB12-2526EB93A79C}" type="parTrans" cxnId="{A31D42ED-B59F-40C6-9DD4-EF323F1D38F8}">
      <dgm:prSet/>
      <dgm:spPr/>
      <dgm:t>
        <a:bodyPr/>
        <a:lstStyle/>
        <a:p>
          <a:endParaRPr lang="es-ES"/>
        </a:p>
      </dgm:t>
    </dgm:pt>
    <dgm:pt modelId="{0FED1C8F-E5EA-4D35-9CD7-CD0C637AA979}" type="sibTrans" cxnId="{A31D42ED-B59F-40C6-9DD4-EF323F1D38F8}">
      <dgm:prSet/>
      <dgm:spPr/>
      <dgm:t>
        <a:bodyPr/>
        <a:lstStyle/>
        <a:p>
          <a:endParaRPr lang="es-ES"/>
        </a:p>
      </dgm:t>
    </dgm:pt>
    <dgm:pt modelId="{431B8897-0EE5-42F5-8C0F-955AA52199A8}">
      <dgm:prSet phldrT="[Texto]"/>
      <dgm:spPr/>
      <dgm:t>
        <a:bodyPr/>
        <a:lstStyle/>
        <a:p>
          <a:endParaRPr lang="en-US" noProof="0" dirty="0"/>
        </a:p>
      </dgm:t>
    </dgm:pt>
    <dgm:pt modelId="{3788E3B8-416E-4E6E-B649-B5853661EDA1}" type="parTrans" cxnId="{33B6F5E1-99C5-4741-B75B-D2A594ABC3CF}">
      <dgm:prSet/>
      <dgm:spPr/>
      <dgm:t>
        <a:bodyPr/>
        <a:lstStyle/>
        <a:p>
          <a:endParaRPr lang="es-ES"/>
        </a:p>
      </dgm:t>
    </dgm:pt>
    <dgm:pt modelId="{5C129DB6-792E-45B9-AE46-63EE34EDE820}" type="sibTrans" cxnId="{33B6F5E1-99C5-4741-B75B-D2A594ABC3CF}">
      <dgm:prSet/>
      <dgm:spPr/>
      <dgm:t>
        <a:bodyPr/>
        <a:lstStyle/>
        <a:p>
          <a:endParaRPr lang="es-ES"/>
        </a:p>
      </dgm:t>
    </dgm:pt>
    <dgm:pt modelId="{4E72C06F-612F-47F2-A6A6-80BF6687C4DE}">
      <dgm:prSet phldrT="[Texto]"/>
      <dgm:spPr/>
      <dgm:t>
        <a:bodyPr/>
        <a:lstStyle/>
        <a:p>
          <a:r>
            <a:rPr lang="en-US" b="1" noProof="0" dirty="0"/>
            <a:t>Edge Buffering</a:t>
          </a:r>
          <a:r>
            <a:rPr lang="en-US" noProof="0" dirty="0"/>
            <a:t> to prevent data loss</a:t>
          </a:r>
        </a:p>
      </dgm:t>
    </dgm:pt>
    <dgm:pt modelId="{196DAA10-2B81-4B0B-BF5C-A2BF3018896D}" type="parTrans" cxnId="{1DA8E223-0DB8-42F6-978B-4FC82F0810EE}">
      <dgm:prSet/>
      <dgm:spPr/>
      <dgm:t>
        <a:bodyPr/>
        <a:lstStyle/>
        <a:p>
          <a:endParaRPr lang="es-ES"/>
        </a:p>
      </dgm:t>
    </dgm:pt>
    <dgm:pt modelId="{238BA83E-2414-432A-9904-669F73250069}" type="sibTrans" cxnId="{1DA8E223-0DB8-42F6-978B-4FC82F0810EE}">
      <dgm:prSet/>
      <dgm:spPr/>
      <dgm:t>
        <a:bodyPr/>
        <a:lstStyle/>
        <a:p>
          <a:endParaRPr lang="es-ES"/>
        </a:p>
      </dgm:t>
    </dgm:pt>
    <dgm:pt modelId="{8D3F96D6-6696-442B-8D8F-FB682D85A6F7}">
      <dgm:prSet phldrT="[Texto]"/>
      <dgm:spPr/>
      <dgm:t>
        <a:bodyPr/>
        <a:lstStyle/>
        <a:p>
          <a:r>
            <a:rPr lang="en-US" noProof="0" dirty="0"/>
            <a:t>Short-Range Wireless</a:t>
          </a:r>
        </a:p>
      </dgm:t>
    </dgm:pt>
    <dgm:pt modelId="{D7CCE452-5315-47F0-B267-BC4DEEAA79F0}" type="sibTrans" cxnId="{76B0C91E-DAD0-430E-B51A-6D454A54DDEB}">
      <dgm:prSet/>
      <dgm:spPr/>
      <dgm:t>
        <a:bodyPr/>
        <a:lstStyle/>
        <a:p>
          <a:endParaRPr lang="es-ES"/>
        </a:p>
      </dgm:t>
    </dgm:pt>
    <dgm:pt modelId="{94308968-8BDD-402A-962F-CEE1D5218306}" type="parTrans" cxnId="{76B0C91E-DAD0-430E-B51A-6D454A54DDEB}">
      <dgm:prSet/>
      <dgm:spPr/>
      <dgm:t>
        <a:bodyPr/>
        <a:lstStyle/>
        <a:p>
          <a:endParaRPr lang="es-ES"/>
        </a:p>
      </dgm:t>
    </dgm:pt>
    <dgm:pt modelId="{BBCA69F5-F592-4F9B-A7F8-7B8EB4975EBB}">
      <dgm:prSet phldrT="[Texto]"/>
      <dgm:spPr/>
      <dgm:t>
        <a:bodyPr/>
        <a:lstStyle/>
        <a:p>
          <a:r>
            <a:rPr lang="en-US" noProof="0" dirty="0"/>
            <a:t>Wearables and field sensors</a:t>
          </a:r>
        </a:p>
      </dgm:t>
    </dgm:pt>
    <dgm:pt modelId="{3B9E9858-8C6D-4A92-8593-722DA5FDD57A}" type="sibTrans" cxnId="{39325225-6173-4D41-845D-3C4267161904}">
      <dgm:prSet/>
      <dgm:spPr/>
      <dgm:t>
        <a:bodyPr/>
        <a:lstStyle/>
        <a:p>
          <a:endParaRPr lang="es-ES"/>
        </a:p>
      </dgm:t>
    </dgm:pt>
    <dgm:pt modelId="{20264832-9D3D-4E66-9FB4-81493FFB4C09}" type="parTrans" cxnId="{39325225-6173-4D41-845D-3C4267161904}">
      <dgm:prSet/>
      <dgm:spPr/>
      <dgm:t>
        <a:bodyPr/>
        <a:lstStyle/>
        <a:p>
          <a:endParaRPr lang="es-ES"/>
        </a:p>
      </dgm:t>
    </dgm:pt>
    <dgm:pt modelId="{88307B96-480F-42AA-B6AE-A47F20C21E51}">
      <dgm:prSet phldrT="[Texto]"/>
      <dgm:spPr/>
      <dgm:t>
        <a:bodyPr/>
        <a:lstStyle/>
        <a:p>
          <a:r>
            <a:rPr lang="en-US" noProof="0" dirty="0"/>
            <a:t>Up to </a:t>
          </a:r>
          <a:r>
            <a:rPr lang="en-US" b="1" noProof="0" dirty="0"/>
            <a:t>100 meters </a:t>
          </a:r>
          <a:r>
            <a:rPr lang="en-US" noProof="0" dirty="0"/>
            <a:t>(extended via </a:t>
          </a:r>
          <a:r>
            <a:rPr lang="en-US" b="1" noProof="0" dirty="0"/>
            <a:t>mesh</a:t>
          </a:r>
          <a:r>
            <a:rPr lang="en-US" noProof="0" dirty="0"/>
            <a:t> </a:t>
          </a:r>
          <a:r>
            <a:rPr lang="en-US" b="0" noProof="0" dirty="0"/>
            <a:t>networking).</a:t>
          </a:r>
        </a:p>
      </dgm:t>
    </dgm:pt>
    <dgm:pt modelId="{A41D5172-CCD3-45FE-B22D-E169FD7D8785}" type="sibTrans" cxnId="{4524C4EB-0903-42DC-97E7-5BF274096C60}">
      <dgm:prSet/>
      <dgm:spPr/>
      <dgm:t>
        <a:bodyPr/>
        <a:lstStyle/>
        <a:p>
          <a:endParaRPr lang="es-ES"/>
        </a:p>
      </dgm:t>
    </dgm:pt>
    <dgm:pt modelId="{58A04955-BC58-4AB9-866A-DD5EA0ED85F3}" type="parTrans" cxnId="{4524C4EB-0903-42DC-97E7-5BF274096C60}">
      <dgm:prSet/>
      <dgm:spPr/>
      <dgm:t>
        <a:bodyPr/>
        <a:lstStyle/>
        <a:p>
          <a:endParaRPr lang="es-ES"/>
        </a:p>
      </dgm:t>
    </dgm:pt>
    <dgm:pt modelId="{F5983D11-36F0-4D6B-A952-20F2C53D8CE2}">
      <dgm:prSet phldrT="[Texto]"/>
      <dgm:spPr/>
      <dgm:t>
        <a:bodyPr/>
        <a:lstStyle/>
        <a:p>
          <a:r>
            <a:rPr lang="en-US" b="0" noProof="0" dirty="0"/>
            <a:t>Power consumption </a:t>
          </a:r>
          <a:r>
            <a:rPr lang="en-US" b="1" noProof="0" dirty="0"/>
            <a:t>ultra-low</a:t>
          </a:r>
        </a:p>
      </dgm:t>
    </dgm:pt>
    <dgm:pt modelId="{8933BA1E-6750-4BAD-A618-F47BE3AAD13C}" type="sibTrans" cxnId="{B279FEAF-FC60-4B18-BB13-465A4621ED9A}">
      <dgm:prSet/>
      <dgm:spPr/>
      <dgm:t>
        <a:bodyPr/>
        <a:lstStyle/>
        <a:p>
          <a:endParaRPr lang="es-ES"/>
        </a:p>
      </dgm:t>
    </dgm:pt>
    <dgm:pt modelId="{27200C22-A368-4284-8EDA-B82ED36AA5F5}" type="parTrans" cxnId="{B279FEAF-FC60-4B18-BB13-465A4621ED9A}">
      <dgm:prSet/>
      <dgm:spPr/>
      <dgm:t>
        <a:bodyPr/>
        <a:lstStyle/>
        <a:p>
          <a:endParaRPr lang="es-ES"/>
        </a:p>
      </dgm:t>
    </dgm:pt>
    <dgm:pt modelId="{0F4DC843-C7B9-4EDA-B442-54C00F1F0BDA}">
      <dgm:prSet phldrT="[Texto]"/>
      <dgm:spPr/>
      <dgm:t>
        <a:bodyPr/>
        <a:lstStyle/>
        <a:p>
          <a:r>
            <a:rPr lang="en-US" b="0" noProof="0" dirty="0"/>
            <a:t>Power consumption </a:t>
          </a:r>
          <a:r>
            <a:rPr lang="en-US" b="1" noProof="0" dirty="0"/>
            <a:t>low</a:t>
          </a:r>
          <a:endParaRPr lang="en-US" noProof="0" dirty="0"/>
        </a:p>
      </dgm:t>
    </dgm:pt>
    <dgm:pt modelId="{F5999697-EC61-47BB-8498-B71ABBA7F734}" type="parTrans" cxnId="{D59164BB-2109-4ED1-BC66-1E9D99DBAEAE}">
      <dgm:prSet/>
      <dgm:spPr/>
      <dgm:t>
        <a:bodyPr/>
        <a:lstStyle/>
        <a:p>
          <a:endParaRPr lang="es-ES"/>
        </a:p>
      </dgm:t>
    </dgm:pt>
    <dgm:pt modelId="{7F0AE6A0-D209-4452-A292-A6BAE3E11D82}" type="sibTrans" cxnId="{D59164BB-2109-4ED1-BC66-1E9D99DBAEAE}">
      <dgm:prSet/>
      <dgm:spPr/>
      <dgm:t>
        <a:bodyPr/>
        <a:lstStyle/>
        <a:p>
          <a:endParaRPr lang="es-ES"/>
        </a:p>
      </dgm:t>
    </dgm:pt>
    <dgm:pt modelId="{099AA7A1-6BD5-4131-99C9-892943BF20FB}">
      <dgm:prSet phldrT="[Texto]"/>
      <dgm:spPr/>
      <dgm:t>
        <a:bodyPr/>
        <a:lstStyle/>
        <a:p>
          <a:r>
            <a:rPr lang="en-US" b="1" noProof="0" dirty="0"/>
            <a:t>High range </a:t>
          </a:r>
          <a:r>
            <a:rPr lang="en-US" noProof="0" dirty="0"/>
            <a:t>(exceeds the required 2 km)</a:t>
          </a:r>
        </a:p>
      </dgm:t>
    </dgm:pt>
    <dgm:pt modelId="{C7731F95-B544-4F9E-B2CE-9A802FB558EB}" type="parTrans" cxnId="{8BE3C3BB-B396-42FC-BD79-40CD247E3D84}">
      <dgm:prSet/>
      <dgm:spPr/>
      <dgm:t>
        <a:bodyPr/>
        <a:lstStyle/>
        <a:p>
          <a:endParaRPr lang="es-ES"/>
        </a:p>
      </dgm:t>
    </dgm:pt>
    <dgm:pt modelId="{8A3712BB-9857-44EF-8166-09E820913A38}" type="sibTrans" cxnId="{8BE3C3BB-B396-42FC-BD79-40CD247E3D84}">
      <dgm:prSet/>
      <dgm:spPr/>
      <dgm:t>
        <a:bodyPr/>
        <a:lstStyle/>
        <a:p>
          <a:endParaRPr lang="es-ES"/>
        </a:p>
      </dgm:t>
    </dgm:pt>
    <dgm:pt modelId="{C446A401-025F-45C4-9A9A-B22C3A92B121}">
      <dgm:prSet phldrT="[Texto]"/>
      <dgm:spPr/>
      <dgm:t>
        <a:bodyPr/>
        <a:lstStyle/>
        <a:p>
          <a:r>
            <a:rPr lang="en-US" noProof="0" dirty="0"/>
            <a:t>Translates commands into </a:t>
          </a:r>
          <a:r>
            <a:rPr lang="en-US" b="0" noProof="0" dirty="0"/>
            <a:t>physical open/close actions</a:t>
          </a:r>
        </a:p>
      </dgm:t>
    </dgm:pt>
    <dgm:pt modelId="{F6F8F512-E4F3-47F5-A2CB-4762AF2E256C}" type="parTrans" cxnId="{1B73A4A4-64B6-437F-8732-308C2B9A1C60}">
      <dgm:prSet/>
      <dgm:spPr/>
      <dgm:t>
        <a:bodyPr/>
        <a:lstStyle/>
        <a:p>
          <a:endParaRPr lang="es-ES"/>
        </a:p>
      </dgm:t>
    </dgm:pt>
    <dgm:pt modelId="{050BA084-B6A4-4DC8-944A-D4DE77A922C3}" type="sibTrans" cxnId="{1B73A4A4-64B6-437F-8732-308C2B9A1C60}">
      <dgm:prSet/>
      <dgm:spPr/>
      <dgm:t>
        <a:bodyPr/>
        <a:lstStyle/>
        <a:p>
          <a:endParaRPr lang="es-ES"/>
        </a:p>
      </dgm:t>
    </dgm:pt>
    <dgm:pt modelId="{907474BC-D35B-41C3-A9FC-739839858025}">
      <dgm:prSet phldrT="[Texto]"/>
      <dgm:spPr/>
      <dgm:t>
        <a:bodyPr/>
        <a:lstStyle/>
        <a:p>
          <a:r>
            <a:rPr lang="en-US" b="1" noProof="0" dirty="0"/>
            <a:t>Near-zero latency </a:t>
          </a:r>
        </a:p>
      </dgm:t>
    </dgm:pt>
    <dgm:pt modelId="{CA2965F1-AB7D-4BF7-9DB3-FBF954A27F84}" type="parTrans" cxnId="{6994B089-E201-4968-B6CF-909C68F9AC67}">
      <dgm:prSet/>
      <dgm:spPr/>
      <dgm:t>
        <a:bodyPr/>
        <a:lstStyle/>
        <a:p>
          <a:endParaRPr lang="es-ES"/>
        </a:p>
      </dgm:t>
    </dgm:pt>
    <dgm:pt modelId="{D1424C08-8980-4DC5-BA94-93A745580BC3}" type="sibTrans" cxnId="{6994B089-E201-4968-B6CF-909C68F9AC67}">
      <dgm:prSet/>
      <dgm:spPr/>
      <dgm:t>
        <a:bodyPr/>
        <a:lstStyle/>
        <a:p>
          <a:endParaRPr lang="es-ES"/>
        </a:p>
      </dgm:t>
    </dgm:pt>
    <dgm:pt modelId="{04A8D9B4-B3C4-439B-92B2-633AD5A92EEA}" type="pres">
      <dgm:prSet presAssocID="{7328497C-3FF9-42D1-9B61-04F58A40E657}" presName="diagram" presStyleCnt="0">
        <dgm:presLayoutVars>
          <dgm:dir/>
          <dgm:animLvl val="lvl"/>
          <dgm:resizeHandles val="exact"/>
        </dgm:presLayoutVars>
      </dgm:prSet>
      <dgm:spPr/>
    </dgm:pt>
    <dgm:pt modelId="{3347EC06-DA7C-4FAA-949B-2B39FC68FAC4}" type="pres">
      <dgm:prSet presAssocID="{8D3F96D6-6696-442B-8D8F-FB682D85A6F7}" presName="compNode" presStyleCnt="0"/>
      <dgm:spPr/>
    </dgm:pt>
    <dgm:pt modelId="{A3450699-1F7A-4DA4-8F70-540E12EE4420}" type="pres">
      <dgm:prSet presAssocID="{8D3F96D6-6696-442B-8D8F-FB682D85A6F7}" presName="childRect" presStyleLbl="bgAcc1" presStyleIdx="0" presStyleCnt="4">
        <dgm:presLayoutVars>
          <dgm:bulletEnabled val="1"/>
        </dgm:presLayoutVars>
      </dgm:prSet>
      <dgm:spPr/>
    </dgm:pt>
    <dgm:pt modelId="{E0F0DF52-58C2-49D5-BAE3-471EBCA2821F}" type="pres">
      <dgm:prSet presAssocID="{8D3F96D6-6696-442B-8D8F-FB682D85A6F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02DDA33-FF4F-4DA7-AAAD-FECEA3B6E969}" type="pres">
      <dgm:prSet presAssocID="{8D3F96D6-6696-442B-8D8F-FB682D85A6F7}" presName="parentRect" presStyleLbl="alignNode1" presStyleIdx="0" presStyleCnt="4"/>
      <dgm:spPr/>
    </dgm:pt>
    <dgm:pt modelId="{E27F4588-AD12-4A51-8726-D37EE5F0D7B0}" type="pres">
      <dgm:prSet presAssocID="{8D3F96D6-6696-442B-8D8F-FB682D85A6F7}" presName="adorn" presStyleLbl="fgAccFollow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cialmente soleado con relleno sólido"/>
        </a:ext>
      </dgm:extLst>
    </dgm:pt>
    <dgm:pt modelId="{AE9DE133-8DB9-41AF-8ABA-86BC9B968DFC}" type="pres">
      <dgm:prSet presAssocID="{D7CCE452-5315-47F0-B267-BC4DEEAA79F0}" presName="sibTrans" presStyleLbl="sibTrans2D1" presStyleIdx="0" presStyleCnt="0"/>
      <dgm:spPr/>
    </dgm:pt>
    <dgm:pt modelId="{EB5B4E70-EFAD-4BB3-A574-1712D3BE3B31}" type="pres">
      <dgm:prSet presAssocID="{99A57E07-1A9B-43D2-B61A-360B0E431B69}" presName="compNode" presStyleCnt="0"/>
      <dgm:spPr/>
    </dgm:pt>
    <dgm:pt modelId="{6D09045D-A517-4987-BBA0-AD3878E25EC0}" type="pres">
      <dgm:prSet presAssocID="{99A57E07-1A9B-43D2-B61A-360B0E431B69}" presName="childRect" presStyleLbl="bgAcc1" presStyleIdx="1" presStyleCnt="4">
        <dgm:presLayoutVars>
          <dgm:bulletEnabled val="1"/>
        </dgm:presLayoutVars>
      </dgm:prSet>
      <dgm:spPr/>
    </dgm:pt>
    <dgm:pt modelId="{0C657BE5-0B3F-4F6E-A9F1-5CCC9EB7A947}" type="pres">
      <dgm:prSet presAssocID="{99A57E07-1A9B-43D2-B61A-360B0E431B6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F2E85E0-CED1-471B-9F00-95C3BB5C8254}" type="pres">
      <dgm:prSet presAssocID="{99A57E07-1A9B-43D2-B61A-360B0E431B69}" presName="parentRect" presStyleLbl="alignNode1" presStyleIdx="1" presStyleCnt="4"/>
      <dgm:spPr/>
    </dgm:pt>
    <dgm:pt modelId="{135EA45F-714C-49F6-BDE0-F9F934AD3341}" type="pres">
      <dgm:prSet presAssocID="{99A57E07-1A9B-43D2-B61A-360B0E431B69}" presName="adorn" presStyleLbl="fgAccFollow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encia contorno"/>
        </a:ext>
      </dgm:extLst>
    </dgm:pt>
    <dgm:pt modelId="{940F94B5-312A-4A81-89EB-BFAD01175241}" type="pres">
      <dgm:prSet presAssocID="{2129D727-94C1-40A8-91F6-5308D164AFA7}" presName="sibTrans" presStyleLbl="sibTrans2D1" presStyleIdx="0" presStyleCnt="0"/>
      <dgm:spPr/>
    </dgm:pt>
    <dgm:pt modelId="{30C4EC51-0455-4237-A139-0B36114D69C0}" type="pres">
      <dgm:prSet presAssocID="{D0046D6C-A3A2-440E-9F50-5CCEB527C4E8}" presName="compNode" presStyleCnt="0"/>
      <dgm:spPr/>
    </dgm:pt>
    <dgm:pt modelId="{97504B91-ABB3-4A8C-96D0-C98D586655B0}" type="pres">
      <dgm:prSet presAssocID="{D0046D6C-A3A2-440E-9F50-5CCEB527C4E8}" presName="childRect" presStyleLbl="bgAcc1" presStyleIdx="2" presStyleCnt="4">
        <dgm:presLayoutVars>
          <dgm:bulletEnabled val="1"/>
        </dgm:presLayoutVars>
      </dgm:prSet>
      <dgm:spPr/>
    </dgm:pt>
    <dgm:pt modelId="{90DCABFB-88E7-471F-9F64-B989BBBE5566}" type="pres">
      <dgm:prSet presAssocID="{D0046D6C-A3A2-440E-9F50-5CCEB527C4E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9A337F9-078E-46C3-920F-CE279ACCC682}" type="pres">
      <dgm:prSet presAssocID="{D0046D6C-A3A2-440E-9F50-5CCEB527C4E8}" presName="parentRect" presStyleLbl="alignNode1" presStyleIdx="2" presStyleCnt="4"/>
      <dgm:spPr/>
    </dgm:pt>
    <dgm:pt modelId="{429730A3-AFD1-4823-983B-910CFFA570A3}" type="pres">
      <dgm:prSet presAssocID="{D0046D6C-A3A2-440E-9F50-5CCEB527C4E8}" presName="adorn" presStyleLbl="fgAccFollow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tena parabólica con relleno sólido"/>
        </a:ext>
      </dgm:extLst>
    </dgm:pt>
    <dgm:pt modelId="{0F22034D-5061-489C-B0A2-66247C99463D}" type="pres">
      <dgm:prSet presAssocID="{C56EF580-41C6-436A-BD79-B752691049D8}" presName="sibTrans" presStyleLbl="sibTrans2D1" presStyleIdx="0" presStyleCnt="0"/>
      <dgm:spPr/>
    </dgm:pt>
    <dgm:pt modelId="{3CD02B09-FA44-44E4-9449-54D0F2464FF0}" type="pres">
      <dgm:prSet presAssocID="{1BD9DED0-CD2F-45AA-8FD3-AC84B2D73CA7}" presName="compNode" presStyleCnt="0"/>
      <dgm:spPr/>
    </dgm:pt>
    <dgm:pt modelId="{413C3D0F-0B42-4512-9068-3A4C00EF9580}" type="pres">
      <dgm:prSet presAssocID="{1BD9DED0-CD2F-45AA-8FD3-AC84B2D73CA7}" presName="childRect" presStyleLbl="bgAcc1" presStyleIdx="3" presStyleCnt="4">
        <dgm:presLayoutVars>
          <dgm:bulletEnabled val="1"/>
        </dgm:presLayoutVars>
      </dgm:prSet>
      <dgm:spPr/>
    </dgm:pt>
    <dgm:pt modelId="{72AB413E-D693-4B23-858C-57479797AF33}" type="pres">
      <dgm:prSet presAssocID="{1BD9DED0-CD2F-45AA-8FD3-AC84B2D73CA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5043D0D-09B4-4988-9FF9-CDF0A68C7FC8}" type="pres">
      <dgm:prSet presAssocID="{1BD9DED0-CD2F-45AA-8FD3-AC84B2D73CA7}" presName="parentRect" presStyleLbl="alignNode1" presStyleIdx="3" presStyleCnt="4"/>
      <dgm:spPr/>
    </dgm:pt>
    <dgm:pt modelId="{D1474E0D-BAD1-46D3-A24E-0DF4459C343F}" type="pres">
      <dgm:prSet presAssocID="{1BD9DED0-CD2F-45AA-8FD3-AC84B2D73CA7}" presName="adorn" presStyleLbl="fgAccFollow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erta abierta con relleno sólido"/>
        </a:ext>
      </dgm:extLst>
    </dgm:pt>
  </dgm:ptLst>
  <dgm:cxnLst>
    <dgm:cxn modelId="{ECAD2011-8C42-4F6C-94CD-84F8631AE090}" type="presOf" srcId="{431B8897-0EE5-42F5-8C0F-955AA52199A8}" destId="{6D09045D-A517-4987-BBA0-AD3878E25EC0}" srcOrd="0" destOrd="2" presId="urn:microsoft.com/office/officeart/2005/8/layout/bList2"/>
    <dgm:cxn modelId="{76B0C91E-DAD0-430E-B51A-6D454A54DDEB}" srcId="{7328497C-3FF9-42D1-9B61-04F58A40E657}" destId="{8D3F96D6-6696-442B-8D8F-FB682D85A6F7}" srcOrd="0" destOrd="0" parTransId="{94308968-8BDD-402A-962F-CEE1D5218306}" sibTransId="{D7CCE452-5315-47F0-B267-BC4DEEAA79F0}"/>
    <dgm:cxn modelId="{1DA8E223-0DB8-42F6-978B-4FC82F0810EE}" srcId="{99A57E07-1A9B-43D2-B61A-360B0E431B69}" destId="{4E72C06F-612F-47F2-A6A6-80BF6687C4DE}" srcOrd="1" destOrd="0" parTransId="{196DAA10-2B81-4B0B-BF5C-A2BF3018896D}" sibTransId="{238BA83E-2414-432A-9904-669F73250069}"/>
    <dgm:cxn modelId="{39325225-6173-4D41-845D-3C4267161904}" srcId="{8D3F96D6-6696-442B-8D8F-FB682D85A6F7}" destId="{BBCA69F5-F592-4F9B-A7F8-7B8EB4975EBB}" srcOrd="0" destOrd="0" parTransId="{20264832-9D3D-4E66-9FB4-81493FFB4C09}" sibTransId="{3B9E9858-8C6D-4A92-8593-722DA5FDD57A}"/>
    <dgm:cxn modelId="{48BF1726-E110-4A98-8E57-E335BEEEB5EC}" srcId="{7328497C-3FF9-42D1-9B61-04F58A40E657}" destId="{1BD9DED0-CD2F-45AA-8FD3-AC84B2D73CA7}" srcOrd="3" destOrd="0" parTransId="{ED8365A2-8928-4073-9E55-C0BA338C12E9}" sibTransId="{F79F50BD-A18F-4215-87E4-4168BC5335D2}"/>
    <dgm:cxn modelId="{B223D026-4158-47D3-BCB8-C4C67DA80B72}" type="presOf" srcId="{0F4DC843-C7B9-4EDA-B442-54C00F1F0BDA}" destId="{97504B91-ABB3-4A8C-96D0-C98D586655B0}" srcOrd="0" destOrd="2" presId="urn:microsoft.com/office/officeart/2005/8/layout/bList2"/>
    <dgm:cxn modelId="{AF194A2E-9E91-4EE6-B7EB-2457F1364BCA}" type="presOf" srcId="{7328497C-3FF9-42D1-9B61-04F58A40E657}" destId="{04A8D9B4-B3C4-439B-92B2-633AD5A92EEA}" srcOrd="0" destOrd="0" presId="urn:microsoft.com/office/officeart/2005/8/layout/bList2"/>
    <dgm:cxn modelId="{543BC435-EEBE-4FED-BDC9-A3906BAF9C1D}" srcId="{D0046D6C-A3A2-440E-9F50-5CCEB527C4E8}" destId="{068F72AA-0B5D-4792-AD3E-48C4AE159D36}" srcOrd="0" destOrd="0" parTransId="{9411B518-6B77-42CB-9786-78ABC6DE5E5C}" sibTransId="{296F9872-35D3-4951-8CCD-0CF56F36FE69}"/>
    <dgm:cxn modelId="{7217F642-33A4-4826-B4A9-67B693CEF56F}" type="presOf" srcId="{BBCA69F5-F592-4F9B-A7F8-7B8EB4975EBB}" destId="{A3450699-1F7A-4DA4-8F70-540E12EE4420}" srcOrd="0" destOrd="0" presId="urn:microsoft.com/office/officeart/2005/8/layout/bList2"/>
    <dgm:cxn modelId="{05371943-175A-4EA9-8395-71DB1DBA4121}" type="presOf" srcId="{2129D727-94C1-40A8-91F6-5308D164AFA7}" destId="{940F94B5-312A-4A81-89EB-BFAD01175241}" srcOrd="0" destOrd="0" presId="urn:microsoft.com/office/officeart/2005/8/layout/bList2"/>
    <dgm:cxn modelId="{5762A073-7C30-4BC7-8A43-8A3C58F3F732}" type="presOf" srcId="{D0046D6C-A3A2-440E-9F50-5CCEB527C4E8}" destId="{E9A337F9-078E-46C3-920F-CE279ACCC682}" srcOrd="1" destOrd="0" presId="urn:microsoft.com/office/officeart/2005/8/layout/bList2"/>
    <dgm:cxn modelId="{F6A32976-2CC1-4F73-AD6B-1C7CB870CF99}" srcId="{7328497C-3FF9-42D1-9B61-04F58A40E657}" destId="{D0046D6C-A3A2-440E-9F50-5CCEB527C4E8}" srcOrd="2" destOrd="0" parTransId="{F76883B9-BF8F-42BB-AA1A-6BD069553617}" sibTransId="{C56EF580-41C6-436A-BD79-B752691049D8}"/>
    <dgm:cxn modelId="{39287F76-4AC9-4148-8F58-21F569467E02}" type="presOf" srcId="{C446A401-025F-45C4-9A9A-B22C3A92B121}" destId="{413C3D0F-0B42-4512-9068-3A4C00EF9580}" srcOrd="0" destOrd="1" presId="urn:microsoft.com/office/officeart/2005/8/layout/bList2"/>
    <dgm:cxn modelId="{24DCDB7B-B197-490A-901C-DBA5108F141F}" type="presOf" srcId="{D0046D6C-A3A2-440E-9F50-5CCEB527C4E8}" destId="{90DCABFB-88E7-471F-9F64-B989BBBE5566}" srcOrd="0" destOrd="0" presId="urn:microsoft.com/office/officeart/2005/8/layout/bList2"/>
    <dgm:cxn modelId="{44F8B782-41D0-4B2B-A3AA-C63F37834013}" type="presOf" srcId="{C56EF580-41C6-436A-BD79-B752691049D8}" destId="{0F22034D-5061-489C-B0A2-66247C99463D}" srcOrd="0" destOrd="0" presId="urn:microsoft.com/office/officeart/2005/8/layout/bList2"/>
    <dgm:cxn modelId="{6994B089-E201-4968-B6CF-909C68F9AC67}" srcId="{1BD9DED0-CD2F-45AA-8FD3-AC84B2D73CA7}" destId="{907474BC-D35B-41C3-A9FC-739839858025}" srcOrd="2" destOrd="0" parTransId="{CA2965F1-AB7D-4BF7-9DB3-FBF954A27F84}" sibTransId="{D1424C08-8980-4DC5-BA94-93A745580BC3}"/>
    <dgm:cxn modelId="{FE3CD797-DEA5-401A-AB29-581326F4892E}" type="presOf" srcId="{8D3F96D6-6696-442B-8D8F-FB682D85A6F7}" destId="{902DDA33-FF4F-4DA7-AAAD-FECEA3B6E969}" srcOrd="1" destOrd="0" presId="urn:microsoft.com/office/officeart/2005/8/layout/bList2"/>
    <dgm:cxn modelId="{3687629B-C3E6-4068-BE92-1CD618F3B5D5}" type="presOf" srcId="{1BD9DED0-CD2F-45AA-8FD3-AC84B2D73CA7}" destId="{72AB413E-D693-4B23-858C-57479797AF33}" srcOrd="0" destOrd="0" presId="urn:microsoft.com/office/officeart/2005/8/layout/bList2"/>
    <dgm:cxn modelId="{239CD49C-284F-4F8C-80BB-82DC2D34AE2C}" type="presOf" srcId="{1BD9DED0-CD2F-45AA-8FD3-AC84B2D73CA7}" destId="{E5043D0D-09B4-4988-9FF9-CDF0A68C7FC8}" srcOrd="1" destOrd="0" presId="urn:microsoft.com/office/officeart/2005/8/layout/bList2"/>
    <dgm:cxn modelId="{734FB19E-071F-46DA-9AFF-0421B7AB0B90}" type="presOf" srcId="{88307B96-480F-42AA-B6AE-A47F20C21E51}" destId="{A3450699-1F7A-4DA4-8F70-540E12EE4420}" srcOrd="0" destOrd="1" presId="urn:microsoft.com/office/officeart/2005/8/layout/bList2"/>
    <dgm:cxn modelId="{11B7A6A3-0A38-449B-85CF-47AAFE5D8989}" type="presOf" srcId="{8D3F96D6-6696-442B-8D8F-FB682D85A6F7}" destId="{E0F0DF52-58C2-49D5-BAE3-471EBCA2821F}" srcOrd="0" destOrd="0" presId="urn:microsoft.com/office/officeart/2005/8/layout/bList2"/>
    <dgm:cxn modelId="{1B73A4A4-64B6-437F-8732-308C2B9A1C60}" srcId="{1BD9DED0-CD2F-45AA-8FD3-AC84B2D73CA7}" destId="{C446A401-025F-45C4-9A9A-B22C3A92B121}" srcOrd="1" destOrd="0" parTransId="{F6F8F512-E4F3-47F5-A2CB-4762AF2E256C}" sibTransId="{050BA084-B6A4-4DC8-944A-D4DE77A922C3}"/>
    <dgm:cxn modelId="{B32E08A9-CA13-4851-A8C1-24CE44B87769}" type="presOf" srcId="{099AA7A1-6BD5-4131-99C9-892943BF20FB}" destId="{97504B91-ABB3-4A8C-96D0-C98D586655B0}" srcOrd="0" destOrd="1" presId="urn:microsoft.com/office/officeart/2005/8/layout/bList2"/>
    <dgm:cxn modelId="{D394C1AD-4CB7-4E16-9D18-5DFF6D6D272E}" type="presOf" srcId="{F5983D11-36F0-4D6B-A952-20F2C53D8CE2}" destId="{A3450699-1F7A-4DA4-8F70-540E12EE4420}" srcOrd="0" destOrd="2" presId="urn:microsoft.com/office/officeart/2005/8/layout/bList2"/>
    <dgm:cxn modelId="{B279FEAF-FC60-4B18-BB13-465A4621ED9A}" srcId="{8D3F96D6-6696-442B-8D8F-FB682D85A6F7}" destId="{F5983D11-36F0-4D6B-A952-20F2C53D8CE2}" srcOrd="2" destOrd="0" parTransId="{27200C22-A368-4284-8EDA-B82ED36AA5F5}" sibTransId="{8933BA1E-6750-4BAD-A618-F47BE3AAD13C}"/>
    <dgm:cxn modelId="{16829EB2-976C-49B9-B09B-1AF7290DADDC}" type="presOf" srcId="{99A57E07-1A9B-43D2-B61A-360B0E431B69}" destId="{8F2E85E0-CED1-471B-9F00-95C3BB5C8254}" srcOrd="1" destOrd="0" presId="urn:microsoft.com/office/officeart/2005/8/layout/bList2"/>
    <dgm:cxn modelId="{D59164BB-2109-4ED1-BC66-1E9D99DBAEAE}" srcId="{D0046D6C-A3A2-440E-9F50-5CCEB527C4E8}" destId="{0F4DC843-C7B9-4EDA-B442-54C00F1F0BDA}" srcOrd="2" destOrd="0" parTransId="{F5999697-EC61-47BB-8498-B71ABBA7F734}" sibTransId="{7F0AE6A0-D209-4452-A292-A6BAE3E11D82}"/>
    <dgm:cxn modelId="{8BE3C3BB-B396-42FC-BD79-40CD247E3D84}" srcId="{D0046D6C-A3A2-440E-9F50-5CCEB527C4E8}" destId="{099AA7A1-6BD5-4131-99C9-892943BF20FB}" srcOrd="1" destOrd="0" parTransId="{C7731F95-B544-4F9E-B2CE-9A802FB558EB}" sibTransId="{8A3712BB-9857-44EF-8166-09E820913A38}"/>
    <dgm:cxn modelId="{1B303ACD-0C4C-412D-B5CA-94428F2ECA0F}" type="presOf" srcId="{0C641A94-122A-41DB-825D-8A70ECAB6F0A}" destId="{413C3D0F-0B42-4512-9068-3A4C00EF9580}" srcOrd="0" destOrd="0" presId="urn:microsoft.com/office/officeart/2005/8/layout/bList2"/>
    <dgm:cxn modelId="{4B1AACCD-AC3E-4056-B1BB-A4C3E453EF50}" type="presOf" srcId="{441D6D72-9F7D-45BF-8301-E224706F629D}" destId="{6D09045D-A517-4987-BBA0-AD3878E25EC0}" srcOrd="0" destOrd="0" presId="urn:microsoft.com/office/officeart/2005/8/layout/bList2"/>
    <dgm:cxn modelId="{14DB36CF-E6EA-4527-B94D-9EA5747E2B29}" type="presOf" srcId="{068F72AA-0B5D-4792-AD3E-48C4AE159D36}" destId="{97504B91-ABB3-4A8C-96D0-C98D586655B0}" srcOrd="0" destOrd="0" presId="urn:microsoft.com/office/officeart/2005/8/layout/bList2"/>
    <dgm:cxn modelId="{6933BAD9-4865-46FA-BBFE-80DBFF697DC3}" type="presOf" srcId="{907474BC-D35B-41C3-A9FC-739839858025}" destId="{413C3D0F-0B42-4512-9068-3A4C00EF9580}" srcOrd="0" destOrd="2" presId="urn:microsoft.com/office/officeart/2005/8/layout/bList2"/>
    <dgm:cxn modelId="{374D9CDC-F0A7-4703-85AB-F676916EDE50}" type="presOf" srcId="{D7CCE452-5315-47F0-B267-BC4DEEAA79F0}" destId="{AE9DE133-8DB9-41AF-8ABA-86BC9B968DFC}" srcOrd="0" destOrd="0" presId="urn:microsoft.com/office/officeart/2005/8/layout/bList2"/>
    <dgm:cxn modelId="{33B6F5E1-99C5-4741-B75B-D2A594ABC3CF}" srcId="{99A57E07-1A9B-43D2-B61A-360B0E431B69}" destId="{431B8897-0EE5-42F5-8C0F-955AA52199A8}" srcOrd="2" destOrd="0" parTransId="{3788E3B8-416E-4E6E-B649-B5853661EDA1}" sibTransId="{5C129DB6-792E-45B9-AE46-63EE34EDE820}"/>
    <dgm:cxn modelId="{CF5AB6E4-6376-4F3D-89F0-E70353283D7B}" srcId="{7328497C-3FF9-42D1-9B61-04F58A40E657}" destId="{99A57E07-1A9B-43D2-B61A-360B0E431B69}" srcOrd="1" destOrd="0" parTransId="{87E3321E-9F1E-4DAC-B836-1A79536E82A5}" sibTransId="{2129D727-94C1-40A8-91F6-5308D164AFA7}"/>
    <dgm:cxn modelId="{E3B85EE6-BB6E-497C-930D-A3847B304DE7}" type="presOf" srcId="{4E72C06F-612F-47F2-A6A6-80BF6687C4DE}" destId="{6D09045D-A517-4987-BBA0-AD3878E25EC0}" srcOrd="0" destOrd="1" presId="urn:microsoft.com/office/officeart/2005/8/layout/bList2"/>
    <dgm:cxn modelId="{688451E7-E7FB-4C09-ADBD-39DABC819DA2}" srcId="{99A57E07-1A9B-43D2-B61A-360B0E431B69}" destId="{441D6D72-9F7D-45BF-8301-E224706F629D}" srcOrd="0" destOrd="0" parTransId="{6D872E2F-9120-4048-83DE-196E058051DE}" sibTransId="{F637A581-A557-4AF9-AABA-FC427ACC7C54}"/>
    <dgm:cxn modelId="{4524C4EB-0903-42DC-97E7-5BF274096C60}" srcId="{8D3F96D6-6696-442B-8D8F-FB682D85A6F7}" destId="{88307B96-480F-42AA-B6AE-A47F20C21E51}" srcOrd="1" destOrd="0" parTransId="{58A04955-BC58-4AB9-866A-DD5EA0ED85F3}" sibTransId="{A41D5172-CCD3-45FE-B22D-E169FD7D8785}"/>
    <dgm:cxn modelId="{A31D42ED-B59F-40C6-9DD4-EF323F1D38F8}" srcId="{1BD9DED0-CD2F-45AA-8FD3-AC84B2D73CA7}" destId="{0C641A94-122A-41DB-825D-8A70ECAB6F0A}" srcOrd="0" destOrd="0" parTransId="{4E319CC0-5385-47E7-BB12-2526EB93A79C}" sibTransId="{0FED1C8F-E5EA-4D35-9CD7-CD0C637AA979}"/>
    <dgm:cxn modelId="{6215CFFB-71F4-48E1-AF18-F9D0D1E2CA3A}" type="presOf" srcId="{99A57E07-1A9B-43D2-B61A-360B0E431B69}" destId="{0C657BE5-0B3F-4F6E-A9F1-5CCC9EB7A947}" srcOrd="0" destOrd="0" presId="urn:microsoft.com/office/officeart/2005/8/layout/bList2"/>
    <dgm:cxn modelId="{1B68986C-3831-45B5-A080-43FB130DF317}" type="presParOf" srcId="{04A8D9B4-B3C4-439B-92B2-633AD5A92EEA}" destId="{3347EC06-DA7C-4FAA-949B-2B39FC68FAC4}" srcOrd="0" destOrd="0" presId="urn:microsoft.com/office/officeart/2005/8/layout/bList2"/>
    <dgm:cxn modelId="{28FEBE62-2CC8-44C5-B2DB-EE36002E316C}" type="presParOf" srcId="{3347EC06-DA7C-4FAA-949B-2B39FC68FAC4}" destId="{A3450699-1F7A-4DA4-8F70-540E12EE4420}" srcOrd="0" destOrd="0" presId="urn:microsoft.com/office/officeart/2005/8/layout/bList2"/>
    <dgm:cxn modelId="{00C8608C-861B-42D0-8489-0DB65506FFB4}" type="presParOf" srcId="{3347EC06-DA7C-4FAA-949B-2B39FC68FAC4}" destId="{E0F0DF52-58C2-49D5-BAE3-471EBCA2821F}" srcOrd="1" destOrd="0" presId="urn:microsoft.com/office/officeart/2005/8/layout/bList2"/>
    <dgm:cxn modelId="{DB1EED4A-3E63-4720-A556-B648FF8930DE}" type="presParOf" srcId="{3347EC06-DA7C-4FAA-949B-2B39FC68FAC4}" destId="{902DDA33-FF4F-4DA7-AAAD-FECEA3B6E969}" srcOrd="2" destOrd="0" presId="urn:microsoft.com/office/officeart/2005/8/layout/bList2"/>
    <dgm:cxn modelId="{174335D3-8767-49AC-916C-8E11BBDA8EA8}" type="presParOf" srcId="{3347EC06-DA7C-4FAA-949B-2B39FC68FAC4}" destId="{E27F4588-AD12-4A51-8726-D37EE5F0D7B0}" srcOrd="3" destOrd="0" presId="urn:microsoft.com/office/officeart/2005/8/layout/bList2"/>
    <dgm:cxn modelId="{31FD36FA-D185-4561-A0A2-650A30F5DFCA}" type="presParOf" srcId="{04A8D9B4-B3C4-439B-92B2-633AD5A92EEA}" destId="{AE9DE133-8DB9-41AF-8ABA-86BC9B968DFC}" srcOrd="1" destOrd="0" presId="urn:microsoft.com/office/officeart/2005/8/layout/bList2"/>
    <dgm:cxn modelId="{8A324AF6-A552-48BA-B91D-AC0A1C6BECF5}" type="presParOf" srcId="{04A8D9B4-B3C4-439B-92B2-633AD5A92EEA}" destId="{EB5B4E70-EFAD-4BB3-A574-1712D3BE3B31}" srcOrd="2" destOrd="0" presId="urn:microsoft.com/office/officeart/2005/8/layout/bList2"/>
    <dgm:cxn modelId="{34403E34-29D4-4520-8296-0058FE0C57AC}" type="presParOf" srcId="{EB5B4E70-EFAD-4BB3-A574-1712D3BE3B31}" destId="{6D09045D-A517-4987-BBA0-AD3878E25EC0}" srcOrd="0" destOrd="0" presId="urn:microsoft.com/office/officeart/2005/8/layout/bList2"/>
    <dgm:cxn modelId="{FB3A0284-1670-4337-A42F-60D12278B6E5}" type="presParOf" srcId="{EB5B4E70-EFAD-4BB3-A574-1712D3BE3B31}" destId="{0C657BE5-0B3F-4F6E-A9F1-5CCC9EB7A947}" srcOrd="1" destOrd="0" presId="urn:microsoft.com/office/officeart/2005/8/layout/bList2"/>
    <dgm:cxn modelId="{73A3CEB1-351B-44C3-BC33-3DA101D66562}" type="presParOf" srcId="{EB5B4E70-EFAD-4BB3-A574-1712D3BE3B31}" destId="{8F2E85E0-CED1-471B-9F00-95C3BB5C8254}" srcOrd="2" destOrd="0" presId="urn:microsoft.com/office/officeart/2005/8/layout/bList2"/>
    <dgm:cxn modelId="{B1387576-078C-48B1-B553-54BE54450342}" type="presParOf" srcId="{EB5B4E70-EFAD-4BB3-A574-1712D3BE3B31}" destId="{135EA45F-714C-49F6-BDE0-F9F934AD3341}" srcOrd="3" destOrd="0" presId="urn:microsoft.com/office/officeart/2005/8/layout/bList2"/>
    <dgm:cxn modelId="{F4208BE0-F053-4E0C-AA97-F91D9A531972}" type="presParOf" srcId="{04A8D9B4-B3C4-439B-92B2-633AD5A92EEA}" destId="{940F94B5-312A-4A81-89EB-BFAD01175241}" srcOrd="3" destOrd="0" presId="urn:microsoft.com/office/officeart/2005/8/layout/bList2"/>
    <dgm:cxn modelId="{E591719B-55D3-4746-A2C1-79B17343A2FF}" type="presParOf" srcId="{04A8D9B4-B3C4-439B-92B2-633AD5A92EEA}" destId="{30C4EC51-0455-4237-A139-0B36114D69C0}" srcOrd="4" destOrd="0" presId="urn:microsoft.com/office/officeart/2005/8/layout/bList2"/>
    <dgm:cxn modelId="{992A7853-4B43-44F6-954D-4FE8F199E8CB}" type="presParOf" srcId="{30C4EC51-0455-4237-A139-0B36114D69C0}" destId="{97504B91-ABB3-4A8C-96D0-C98D586655B0}" srcOrd="0" destOrd="0" presId="urn:microsoft.com/office/officeart/2005/8/layout/bList2"/>
    <dgm:cxn modelId="{FB8A38A8-6D05-4BC6-A939-89F848876EEB}" type="presParOf" srcId="{30C4EC51-0455-4237-A139-0B36114D69C0}" destId="{90DCABFB-88E7-471F-9F64-B989BBBE5566}" srcOrd="1" destOrd="0" presId="urn:microsoft.com/office/officeart/2005/8/layout/bList2"/>
    <dgm:cxn modelId="{E4DEFE72-3DCB-47C7-9DFF-4021BC913D44}" type="presParOf" srcId="{30C4EC51-0455-4237-A139-0B36114D69C0}" destId="{E9A337F9-078E-46C3-920F-CE279ACCC682}" srcOrd="2" destOrd="0" presId="urn:microsoft.com/office/officeart/2005/8/layout/bList2"/>
    <dgm:cxn modelId="{1CE1FDBA-60F2-42BE-BAC3-749B3948AAEA}" type="presParOf" srcId="{30C4EC51-0455-4237-A139-0B36114D69C0}" destId="{429730A3-AFD1-4823-983B-910CFFA570A3}" srcOrd="3" destOrd="0" presId="urn:microsoft.com/office/officeart/2005/8/layout/bList2"/>
    <dgm:cxn modelId="{ECE450E4-0312-4D5D-99AB-76170EE6BD5D}" type="presParOf" srcId="{04A8D9B4-B3C4-439B-92B2-633AD5A92EEA}" destId="{0F22034D-5061-489C-B0A2-66247C99463D}" srcOrd="5" destOrd="0" presId="urn:microsoft.com/office/officeart/2005/8/layout/bList2"/>
    <dgm:cxn modelId="{D4A34AF6-E931-450E-A30F-7A2EA1A6C918}" type="presParOf" srcId="{04A8D9B4-B3C4-439B-92B2-633AD5A92EEA}" destId="{3CD02B09-FA44-44E4-9449-54D0F2464FF0}" srcOrd="6" destOrd="0" presId="urn:microsoft.com/office/officeart/2005/8/layout/bList2"/>
    <dgm:cxn modelId="{C8E263DC-0E45-4C6A-9F3A-AF009652B008}" type="presParOf" srcId="{3CD02B09-FA44-44E4-9449-54D0F2464FF0}" destId="{413C3D0F-0B42-4512-9068-3A4C00EF9580}" srcOrd="0" destOrd="0" presId="urn:microsoft.com/office/officeart/2005/8/layout/bList2"/>
    <dgm:cxn modelId="{065FC81D-B0C4-4698-9920-DF940AAB1B1C}" type="presParOf" srcId="{3CD02B09-FA44-44E4-9449-54D0F2464FF0}" destId="{72AB413E-D693-4B23-858C-57479797AF33}" srcOrd="1" destOrd="0" presId="urn:microsoft.com/office/officeart/2005/8/layout/bList2"/>
    <dgm:cxn modelId="{C2BD0B8D-7757-4D62-A413-255036E3A6D4}" type="presParOf" srcId="{3CD02B09-FA44-44E4-9449-54D0F2464FF0}" destId="{E5043D0D-09B4-4988-9FF9-CDF0A68C7FC8}" srcOrd="2" destOrd="0" presId="urn:microsoft.com/office/officeart/2005/8/layout/bList2"/>
    <dgm:cxn modelId="{6F9B53FE-1D1C-476E-8CBB-EF170DC0CAC2}" type="presParOf" srcId="{3CD02B09-FA44-44E4-9449-54D0F2464FF0}" destId="{D1474E0D-BAD1-46D3-A24E-0DF4459C343F}" srcOrd="3" destOrd="0" presId="urn:microsoft.com/office/officeart/2005/8/layout/bList2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50699-1F7A-4DA4-8F70-540E12EE4420}">
      <dsp:nvSpPr>
        <dsp:cNvPr id="0" name=""/>
        <dsp:cNvSpPr/>
      </dsp:nvSpPr>
      <dsp:spPr>
        <a:xfrm>
          <a:off x="9665" y="2079223"/>
          <a:ext cx="3427558" cy="255859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Wearables and field sensors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Up to </a:t>
          </a:r>
          <a:r>
            <a:rPr lang="en-US" sz="2300" b="1" kern="1200" noProof="0" dirty="0"/>
            <a:t>100 meters </a:t>
          </a:r>
          <a:r>
            <a:rPr lang="en-US" sz="2300" kern="1200" noProof="0" dirty="0"/>
            <a:t>(extended via </a:t>
          </a:r>
          <a:r>
            <a:rPr lang="en-US" sz="2300" b="1" kern="1200" noProof="0" dirty="0"/>
            <a:t>mesh</a:t>
          </a:r>
          <a:r>
            <a:rPr lang="en-US" sz="2300" kern="1200" noProof="0" dirty="0"/>
            <a:t> </a:t>
          </a:r>
          <a:r>
            <a:rPr lang="en-US" sz="2300" b="0" kern="1200" noProof="0" dirty="0"/>
            <a:t>networking).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noProof="0" dirty="0"/>
            <a:t>Power consumption </a:t>
          </a:r>
          <a:r>
            <a:rPr lang="en-US" sz="2300" b="1" kern="1200" noProof="0" dirty="0"/>
            <a:t>ultra-low</a:t>
          </a:r>
        </a:p>
      </dsp:txBody>
      <dsp:txXfrm>
        <a:off x="69616" y="2139174"/>
        <a:ext cx="3307656" cy="2498648"/>
      </dsp:txXfrm>
    </dsp:sp>
    <dsp:sp modelId="{902DDA33-FF4F-4DA7-AAAD-FECEA3B6E969}">
      <dsp:nvSpPr>
        <dsp:cNvPr id="0" name=""/>
        <dsp:cNvSpPr/>
      </dsp:nvSpPr>
      <dsp:spPr>
        <a:xfrm>
          <a:off x="9665" y="4637823"/>
          <a:ext cx="3427558" cy="11001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Short-Range Wireless</a:t>
          </a:r>
        </a:p>
      </dsp:txBody>
      <dsp:txXfrm>
        <a:off x="9665" y="4637823"/>
        <a:ext cx="2413773" cy="1100197"/>
      </dsp:txXfrm>
    </dsp:sp>
    <dsp:sp modelId="{E27F4588-AD12-4A51-8726-D37EE5F0D7B0}">
      <dsp:nvSpPr>
        <dsp:cNvPr id="0" name=""/>
        <dsp:cNvSpPr/>
      </dsp:nvSpPr>
      <dsp:spPr>
        <a:xfrm>
          <a:off x="2520399" y="4812579"/>
          <a:ext cx="1199645" cy="119964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9045D-A517-4987-BBA0-AD3878E25EC0}">
      <dsp:nvSpPr>
        <dsp:cNvPr id="0" name=""/>
        <dsp:cNvSpPr/>
      </dsp:nvSpPr>
      <dsp:spPr>
        <a:xfrm>
          <a:off x="4017249" y="2079223"/>
          <a:ext cx="3427558" cy="255859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Protocol translation from </a:t>
          </a:r>
          <a:r>
            <a:rPr lang="en-US" sz="2300" b="1" kern="1200" noProof="0" dirty="0"/>
            <a:t>ZigBee to LTE-M</a:t>
          </a:r>
          <a:endParaRPr lang="en-US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noProof="0" dirty="0"/>
            <a:t>Edge Buffering</a:t>
          </a:r>
          <a:r>
            <a:rPr lang="en-US" sz="2300" kern="1200" noProof="0" dirty="0"/>
            <a:t> to prevent data loss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noProof="0" dirty="0"/>
        </a:p>
      </dsp:txBody>
      <dsp:txXfrm>
        <a:off x="4077200" y="2139174"/>
        <a:ext cx="3307656" cy="2498648"/>
      </dsp:txXfrm>
    </dsp:sp>
    <dsp:sp modelId="{8F2E85E0-CED1-471B-9F00-95C3BB5C8254}">
      <dsp:nvSpPr>
        <dsp:cNvPr id="0" name=""/>
        <dsp:cNvSpPr/>
      </dsp:nvSpPr>
      <dsp:spPr>
        <a:xfrm>
          <a:off x="4017249" y="4637823"/>
          <a:ext cx="3427558" cy="1100197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Interoperability</a:t>
          </a:r>
        </a:p>
      </dsp:txBody>
      <dsp:txXfrm>
        <a:off x="4017249" y="4637823"/>
        <a:ext cx="2413773" cy="1100197"/>
      </dsp:txXfrm>
    </dsp:sp>
    <dsp:sp modelId="{135EA45F-714C-49F6-BDE0-F9F934AD3341}">
      <dsp:nvSpPr>
        <dsp:cNvPr id="0" name=""/>
        <dsp:cNvSpPr/>
      </dsp:nvSpPr>
      <dsp:spPr>
        <a:xfrm>
          <a:off x="6527982" y="4812579"/>
          <a:ext cx="1199645" cy="119964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4">
              <a:tint val="40000"/>
              <a:alpha val="90000"/>
              <a:hueOff val="-1315237"/>
              <a:satOff val="7386"/>
              <a:lumOff val="4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04B91-ABB3-4A8C-96D0-C98D586655B0}">
      <dsp:nvSpPr>
        <dsp:cNvPr id="0" name=""/>
        <dsp:cNvSpPr/>
      </dsp:nvSpPr>
      <dsp:spPr>
        <a:xfrm>
          <a:off x="8024832" y="2079223"/>
          <a:ext cx="3427558" cy="255859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Long-range connectivity to the nearest town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noProof="0" dirty="0"/>
            <a:t>High range </a:t>
          </a:r>
          <a:r>
            <a:rPr lang="en-US" sz="2300" kern="1200" noProof="0" dirty="0"/>
            <a:t>(exceeds the required 2 km)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noProof="0" dirty="0"/>
            <a:t>Power consumption </a:t>
          </a:r>
          <a:r>
            <a:rPr lang="en-US" sz="2300" b="1" kern="1200" noProof="0" dirty="0"/>
            <a:t>low</a:t>
          </a:r>
          <a:endParaRPr lang="en-US" sz="2300" kern="1200" noProof="0" dirty="0"/>
        </a:p>
      </dsp:txBody>
      <dsp:txXfrm>
        <a:off x="8084783" y="2139174"/>
        <a:ext cx="3307656" cy="2498648"/>
      </dsp:txXfrm>
    </dsp:sp>
    <dsp:sp modelId="{E9A337F9-078E-46C3-920F-CE279ACCC682}">
      <dsp:nvSpPr>
        <dsp:cNvPr id="0" name=""/>
        <dsp:cNvSpPr/>
      </dsp:nvSpPr>
      <dsp:spPr>
        <a:xfrm>
          <a:off x="8024832" y="4637823"/>
          <a:ext cx="3427558" cy="1100197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LPWAN Backhaul</a:t>
          </a:r>
        </a:p>
      </dsp:txBody>
      <dsp:txXfrm>
        <a:off x="8024832" y="4637823"/>
        <a:ext cx="2413773" cy="1100197"/>
      </dsp:txXfrm>
    </dsp:sp>
    <dsp:sp modelId="{429730A3-AFD1-4823-983B-910CFFA570A3}">
      <dsp:nvSpPr>
        <dsp:cNvPr id="0" name=""/>
        <dsp:cNvSpPr/>
      </dsp:nvSpPr>
      <dsp:spPr>
        <a:xfrm>
          <a:off x="10535566" y="4812579"/>
          <a:ext cx="1199645" cy="119964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4">
              <a:tint val="40000"/>
              <a:alpha val="90000"/>
              <a:hueOff val="-2630473"/>
              <a:satOff val="14771"/>
              <a:lumOff val="9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C3D0F-0B42-4512-9068-3A4C00EF9580}">
      <dsp:nvSpPr>
        <dsp:cNvPr id="0" name=""/>
        <dsp:cNvSpPr/>
      </dsp:nvSpPr>
      <dsp:spPr>
        <a:xfrm>
          <a:off x="12032416" y="2079223"/>
          <a:ext cx="3427558" cy="255859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Connection between the Edge and the gate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noProof="0" dirty="0"/>
            <a:t>Translates commands into </a:t>
          </a:r>
          <a:r>
            <a:rPr lang="en-US" sz="2300" b="0" kern="1200" noProof="0" dirty="0"/>
            <a:t>physical open/close actions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noProof="0" dirty="0"/>
            <a:t>Near-zero latency </a:t>
          </a:r>
        </a:p>
      </dsp:txBody>
      <dsp:txXfrm>
        <a:off x="12092367" y="2139174"/>
        <a:ext cx="3307656" cy="2498648"/>
      </dsp:txXfrm>
    </dsp:sp>
    <dsp:sp modelId="{E5043D0D-09B4-4988-9FF9-CDF0A68C7FC8}">
      <dsp:nvSpPr>
        <dsp:cNvPr id="0" name=""/>
        <dsp:cNvSpPr/>
      </dsp:nvSpPr>
      <dsp:spPr>
        <a:xfrm>
          <a:off x="12032416" y="4637823"/>
          <a:ext cx="3427558" cy="1100197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0" rIns="3556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Gate Control</a:t>
          </a:r>
        </a:p>
      </dsp:txBody>
      <dsp:txXfrm>
        <a:off x="12032416" y="4637823"/>
        <a:ext cx="2413773" cy="1100197"/>
      </dsp:txXfrm>
    </dsp:sp>
    <dsp:sp modelId="{D1474E0D-BAD1-46D3-A24E-0DF4459C343F}">
      <dsp:nvSpPr>
        <dsp:cNvPr id="0" name=""/>
        <dsp:cNvSpPr/>
      </dsp:nvSpPr>
      <dsp:spPr>
        <a:xfrm>
          <a:off x="14543149" y="4812579"/>
          <a:ext cx="1199645" cy="1199645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0DCD-3A5D-4E33-8D41-19BE56969BBF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4C6E-2157-475B-B3EE-FF11277639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8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696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8818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113A-42A6-9D47-D0B6-83DC3DC9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87FBCC-CC51-AE0A-49BA-3AD3C99B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40C504-388B-E94B-9396-093F2AB32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58F95-641E-98C1-5C92-7F5A7B9E3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2790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9AAD-4A9A-897A-D2F8-34EF642A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FE922C-47FB-A821-22EF-5B67ECA3F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678DAB-100F-EA24-B9B4-7491DD98B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E04825-73B3-6F3E-6153-E33CFD363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8417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4.png"/><Relationship Id="rId5" Type="http://schemas.openxmlformats.org/officeDocument/2006/relationships/diagramData" Target="../diagrams/data1.xml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E4BFD492-AA2C-B37B-11F8-BC713EA65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912" y="1616057"/>
            <a:ext cx="13033088" cy="793504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F37AC3A-C08C-4B7E-00AA-2250ECD98AC9}"/>
              </a:ext>
            </a:extLst>
          </p:cNvPr>
          <p:cNvSpPr/>
          <p:nvPr/>
        </p:nvSpPr>
        <p:spPr>
          <a:xfrm>
            <a:off x="1252960" y="3159027"/>
            <a:ext cx="8382000" cy="4970139"/>
          </a:xfrm>
          <a:prstGeom prst="rect">
            <a:avLst/>
          </a:prstGeom>
          <a:solidFill>
            <a:srgbClr val="1867B7">
              <a:alpha val="80000"/>
            </a:srgbClr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2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A240DC5A-D6F8-08DB-1C0D-FF72C5EE78A4}"/>
              </a:ext>
            </a:extLst>
          </p:cNvPr>
          <p:cNvSpPr txBox="1"/>
          <p:nvPr/>
        </p:nvSpPr>
        <p:spPr>
          <a:xfrm>
            <a:off x="1742573" y="3531543"/>
            <a:ext cx="7402773" cy="1755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4800" b="1" spc="-194" noProof="0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The Solar Plant</a:t>
            </a:r>
            <a:endParaRPr lang="en-US" sz="5400" b="1" spc="-194" noProof="0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50000"/>
              </a:lnSpc>
            </a:pPr>
            <a:r>
              <a:rPr lang="en-US" sz="3200" b="1" spc="-194" noProof="0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Sensor Networks - Challenge 2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AC84D7EE-4D23-745E-3FE0-8E6BC6422D8B}"/>
              </a:ext>
            </a:extLst>
          </p:cNvPr>
          <p:cNvSpPr txBox="1"/>
          <p:nvPr/>
        </p:nvSpPr>
        <p:spPr>
          <a:xfrm>
            <a:off x="2215487" y="773933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67"/>
              </a:lnSpc>
            </a:pPr>
            <a:r>
              <a:rPr lang="en-US" sz="2576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A9BBBE-42DD-78B6-65E2-8B8928FA7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14" y="293585"/>
            <a:ext cx="1830236" cy="12724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A1E2EE-1292-E7EC-9739-B9A4EDF4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1593" y="293585"/>
            <a:ext cx="2846267" cy="1272449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C7985BA-F066-96A9-2741-9D329457F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48619"/>
              </p:ext>
            </p:extLst>
          </p:nvPr>
        </p:nvGraphicFramePr>
        <p:xfrm>
          <a:off x="1742573" y="5546255"/>
          <a:ext cx="6031173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989">
                  <a:extLst>
                    <a:ext uri="{9D8B030D-6E8A-4147-A177-3AD203B41FA5}">
                      <a16:colId xmlns:a16="http://schemas.microsoft.com/office/drawing/2014/main" val="2196420250"/>
                    </a:ext>
                  </a:extLst>
                </a:gridCol>
                <a:gridCol w="3738184">
                  <a:extLst>
                    <a:ext uri="{9D8B030D-6E8A-4147-A177-3AD203B41FA5}">
                      <a16:colId xmlns:a16="http://schemas.microsoft.com/office/drawing/2014/main" val="3855481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Group Orange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Alejandro Botas Bárcena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3219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Javier </a:t>
                      </a:r>
                      <a:r>
                        <a:rPr lang="en-US" sz="2400" b="1" noProof="0" dirty="0" err="1">
                          <a:solidFill>
                            <a:schemeClr val="bg1"/>
                          </a:solidFill>
                        </a:rPr>
                        <a:t>Grimaldos</a:t>
                      </a:r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 Chavarría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4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Estela Mora Barba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0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1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09 February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5599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258D-EEAD-22F9-D46B-4644DC08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1">
            <a:extLst>
              <a:ext uri="{FF2B5EF4-FFF2-40B4-BE49-F238E27FC236}">
                <a16:creationId xmlns:a16="http://schemas.microsoft.com/office/drawing/2014/main" id="{6B298971-B63E-FC3F-416C-707E95BF7440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System Architecture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FBA4A3B5-CFAB-E729-2DA2-233395FF5631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64986E8-8B3E-35FE-5FB7-E3339889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5064270-E522-3943-9D3A-1E99FCE34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24" name="Google Shape;142;p26">
            <a:extLst>
              <a:ext uri="{FF2B5EF4-FFF2-40B4-BE49-F238E27FC236}">
                <a16:creationId xmlns:a16="http://schemas.microsoft.com/office/drawing/2014/main" id="{67C19900-C20D-9216-3B20-66BD56E255C6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 dirty="0">
                <a:latin typeface="Ubuntu" panose="020B0504030602030204" pitchFamily="34" charset="0"/>
              </a:rPr>
              <a:t>2</a:t>
            </a:r>
          </a:p>
        </p:txBody>
      </p:sp>
      <p:pic>
        <p:nvPicPr>
          <p:cNvPr id="32" name="Imagen 31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E44C92EF-9AF4-BC04-A4BB-C1B77169B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9" y="2203461"/>
            <a:ext cx="16309901" cy="6944450"/>
          </a:xfrm>
          <a:prstGeom prst="rect">
            <a:avLst/>
          </a:prstGeom>
        </p:spPr>
      </p:pic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51574F4-D8D5-19DD-C238-5A6BBD2BF5C0}"/>
              </a:ext>
            </a:extLst>
          </p:cNvPr>
          <p:cNvCxnSpPr>
            <a:cxnSpLocks/>
          </p:cNvCxnSpPr>
          <p:nvPr/>
        </p:nvCxnSpPr>
        <p:spPr>
          <a:xfrm>
            <a:off x="9517224" y="7501812"/>
            <a:ext cx="5243805" cy="0"/>
          </a:xfrm>
          <a:prstGeom prst="line">
            <a:avLst/>
          </a:prstGeom>
          <a:ln w="19050">
            <a:solidFill>
              <a:srgbClr val="3F75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FF05E42-A0EA-EE59-8BD6-BCC8E4E8D5C2}"/>
              </a:ext>
            </a:extLst>
          </p:cNvPr>
          <p:cNvCxnSpPr>
            <a:cxnSpLocks/>
          </p:cNvCxnSpPr>
          <p:nvPr/>
        </p:nvCxnSpPr>
        <p:spPr>
          <a:xfrm>
            <a:off x="9144000" y="7672874"/>
            <a:ext cx="5617029" cy="0"/>
          </a:xfrm>
          <a:prstGeom prst="line">
            <a:avLst/>
          </a:prstGeom>
          <a:ln w="19050">
            <a:solidFill>
              <a:srgbClr val="3F75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5622E91-9C57-27AE-15C4-5D2B4F31651D}"/>
              </a:ext>
            </a:extLst>
          </p:cNvPr>
          <p:cNvSpPr/>
          <p:nvPr/>
        </p:nvSpPr>
        <p:spPr>
          <a:xfrm>
            <a:off x="10776029" y="4938168"/>
            <a:ext cx="1363097" cy="410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b="1" noProof="0" dirty="0">
                <a:latin typeface="Ubuntu" panose="020B0504030602030204" pitchFamily="34" charset="0"/>
              </a:rPr>
              <a:t>LTE-M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362B065-F508-5483-95DD-F269D29A2DBB}"/>
              </a:ext>
            </a:extLst>
          </p:cNvPr>
          <p:cNvSpPr/>
          <p:nvPr/>
        </p:nvSpPr>
        <p:spPr>
          <a:xfrm>
            <a:off x="4195426" y="5470354"/>
            <a:ext cx="1363097" cy="41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b="1" noProof="0" dirty="0">
                <a:latin typeface="Ubuntu" panose="020B0504030602030204" pitchFamily="34" charset="0"/>
              </a:rPr>
              <a:t>ZigBee</a:t>
            </a:r>
          </a:p>
        </p:txBody>
      </p:sp>
    </p:spTree>
    <p:extLst>
      <p:ext uri="{BB962C8B-B14F-4D97-AF65-F5344CB8AC3E}">
        <p14:creationId xmlns:p14="http://schemas.microsoft.com/office/powerpoint/2010/main" val="170651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29E3-5BA4-F8F8-975D-9515F923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1">
            <a:extLst>
              <a:ext uri="{FF2B5EF4-FFF2-40B4-BE49-F238E27FC236}">
                <a16:creationId xmlns:a16="http://schemas.microsoft.com/office/drawing/2014/main" id="{5B367A39-6194-E821-8821-5627BC223DF4}"/>
              </a:ext>
            </a:extLst>
          </p:cNvPr>
          <p:cNvSpPr txBox="1"/>
          <p:nvPr/>
        </p:nvSpPr>
        <p:spPr>
          <a:xfrm>
            <a:off x="2380752" y="778187"/>
            <a:ext cx="996364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Communication Stack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75FBC7B0-0D65-70DD-2545-9310FB6F47A8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CE33179-486F-79A3-8B29-E19E251F7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4956D48A-40EF-9774-5398-305F5EEBB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24" name="Google Shape;142;p26">
            <a:extLst>
              <a:ext uri="{FF2B5EF4-FFF2-40B4-BE49-F238E27FC236}">
                <a16:creationId xmlns:a16="http://schemas.microsoft.com/office/drawing/2014/main" id="{9AF3825E-FEC2-4CEB-63F1-1F606AF05E06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 dirty="0">
                <a:latin typeface="Ubuntu" panose="020B0504030602030204" pitchFamily="34" charset="0"/>
              </a:rPr>
              <a:t>3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1C3F30B-EB4D-778F-6A1A-B2DB35E34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194944"/>
              </p:ext>
            </p:extLst>
          </p:nvPr>
        </p:nvGraphicFramePr>
        <p:xfrm>
          <a:off x="1208545" y="10796113"/>
          <a:ext cx="15752461" cy="8091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2" name="Imagen 1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7DC1F5F-F8CE-D038-8EFE-9F7EDCCB3E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675" y="2501349"/>
            <a:ext cx="4089285" cy="4316467"/>
          </a:xfrm>
          <a:prstGeom prst="rect">
            <a:avLst/>
          </a:prstGeom>
        </p:spPr>
      </p:pic>
      <p:pic>
        <p:nvPicPr>
          <p:cNvPr id="14" name="Imagen 1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EA384E2A-C154-C3EB-52F9-F3CDF18070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0657" y="5837253"/>
            <a:ext cx="4089284" cy="4242873"/>
          </a:xfrm>
          <a:prstGeom prst="rect">
            <a:avLst/>
          </a:prstGeom>
        </p:spPr>
      </p:pic>
      <p:pic>
        <p:nvPicPr>
          <p:cNvPr id="16" name="Imagen 15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527D794-F828-6866-8BAD-890CB4B401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2638" y="2488367"/>
            <a:ext cx="4089285" cy="4342431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E37388B8-F559-0340-8912-240F2BDFF313}"/>
              </a:ext>
            </a:extLst>
          </p:cNvPr>
          <p:cNvSpPr/>
          <p:nvPr/>
        </p:nvSpPr>
        <p:spPr>
          <a:xfrm>
            <a:off x="686775" y="1910926"/>
            <a:ext cx="456315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sz="2800" b="1" dirty="0"/>
              <a:t>ZigBee (IEEE 802.15.4)</a:t>
            </a:r>
            <a:endParaRPr lang="es-ES" sz="28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3EE4A4E-F50A-7ADB-C2A9-E695824A9CC6}"/>
              </a:ext>
            </a:extLst>
          </p:cNvPr>
          <p:cNvSpPr/>
          <p:nvPr/>
        </p:nvSpPr>
        <p:spPr>
          <a:xfrm>
            <a:off x="5356231" y="4966127"/>
            <a:ext cx="327693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sz="2800" b="1" dirty="0"/>
              <a:t>Multi-protocol</a:t>
            </a:r>
          </a:p>
          <a:p>
            <a:pPr algn="ctr"/>
            <a:r>
              <a:rPr lang="en-US" sz="2800" b="1" dirty="0"/>
              <a:t>Edge Gateway</a:t>
            </a:r>
            <a:endParaRPr lang="es-ES" sz="28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2A3E3B6-5E56-177C-0BF8-0281582F4E66}"/>
              </a:ext>
            </a:extLst>
          </p:cNvPr>
          <p:cNvSpPr/>
          <p:nvPr/>
        </p:nvSpPr>
        <p:spPr>
          <a:xfrm>
            <a:off x="9369570" y="1793741"/>
            <a:ext cx="327693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sz="2800" b="1" dirty="0"/>
              <a:t>LTE-M</a:t>
            </a:r>
            <a:endParaRPr lang="es-ES" sz="28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E99F906-E0BE-F968-D59B-476A7E0FE8BF}"/>
              </a:ext>
            </a:extLst>
          </p:cNvPr>
          <p:cNvSpPr/>
          <p:nvPr/>
        </p:nvSpPr>
        <p:spPr>
          <a:xfrm>
            <a:off x="13509837" y="5114266"/>
            <a:ext cx="327693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n-US" sz="2800" b="1" dirty="0"/>
              <a:t>USB-Accessible API</a:t>
            </a:r>
          </a:p>
        </p:txBody>
      </p:sp>
      <p:pic>
        <p:nvPicPr>
          <p:cNvPr id="30" name="Imagen 29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A08EA73-E623-6C0E-D6AA-C9184BE6B9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21922" y="5837252"/>
            <a:ext cx="4068508" cy="424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0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36BB-52AE-13FE-2226-63F937F9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1">
            <a:extLst>
              <a:ext uri="{FF2B5EF4-FFF2-40B4-BE49-F238E27FC236}">
                <a16:creationId xmlns:a16="http://schemas.microsoft.com/office/drawing/2014/main" id="{5EFD18EC-1F43-0B9D-B93B-DDF2BA5243EE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Design Justification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03280E7F-1650-9A95-69CF-C9899AB04E61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EC2482B-CAA8-F628-5662-DE652D2CD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AE4EDF8-1647-8695-6034-C9EC88D64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24" name="Google Shape;142;p26">
            <a:extLst>
              <a:ext uri="{FF2B5EF4-FFF2-40B4-BE49-F238E27FC236}">
                <a16:creationId xmlns:a16="http://schemas.microsoft.com/office/drawing/2014/main" id="{95A82172-0BD5-CAA8-C9FD-2AB050FC67D8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 dirty="0">
                <a:latin typeface="Ubuntu" panose="020B0504030602030204" pitchFamily="34" charset="0"/>
              </a:rPr>
              <a:t>4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6FC3753-1330-221F-A784-91A52573F0CF}"/>
              </a:ext>
            </a:extLst>
          </p:cNvPr>
          <p:cNvGrpSpPr/>
          <p:nvPr/>
        </p:nvGrpSpPr>
        <p:grpSpPr>
          <a:xfrm>
            <a:off x="846724" y="1974396"/>
            <a:ext cx="16594552" cy="7534417"/>
            <a:chOff x="846724" y="1974396"/>
            <a:chExt cx="16594552" cy="7534417"/>
          </a:xfrm>
        </p:grpSpPr>
        <p:pic>
          <p:nvPicPr>
            <p:cNvPr id="37" name="Imagen 36" descr="Tabla&#10;&#10;El contenido generado por IA puede ser incorrecto.">
              <a:extLst>
                <a:ext uri="{FF2B5EF4-FFF2-40B4-BE49-F238E27FC236}">
                  <a16:creationId xmlns:a16="http://schemas.microsoft.com/office/drawing/2014/main" id="{27828FA6-7753-D2D1-5131-E5EFAA9E0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724" y="1974396"/>
              <a:ext cx="16594552" cy="7534417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A9F10DEB-CB5D-395B-DF6A-96A9CC223BA0}"/>
                </a:ext>
              </a:extLst>
            </p:cNvPr>
            <p:cNvSpPr/>
            <p:nvPr/>
          </p:nvSpPr>
          <p:spPr>
            <a:xfrm>
              <a:off x="2335685" y="2985796"/>
              <a:ext cx="2695101" cy="1194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COVERAGE</a:t>
              </a:r>
            </a:p>
          </p:txBody>
        </p: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65EB3F2-A474-C47A-0D2A-484AE6025B84}"/>
                </a:ext>
              </a:extLst>
            </p:cNvPr>
            <p:cNvSpPr/>
            <p:nvPr/>
          </p:nvSpPr>
          <p:spPr>
            <a:xfrm>
              <a:off x="2335685" y="4295706"/>
              <a:ext cx="2695101" cy="1194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POWER</a:t>
              </a:r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3DBAEC6C-F385-AFA4-B13D-D246F5EDB88B}"/>
                </a:ext>
              </a:extLst>
            </p:cNvPr>
            <p:cNvSpPr/>
            <p:nvPr/>
          </p:nvSpPr>
          <p:spPr>
            <a:xfrm>
              <a:off x="2335685" y="5592349"/>
              <a:ext cx="2695101" cy="1194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FEASIBILITY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883851C-E6E7-2986-EE9E-31B6CE31B0C1}"/>
                </a:ext>
              </a:extLst>
            </p:cNvPr>
            <p:cNvSpPr/>
            <p:nvPr/>
          </p:nvSpPr>
          <p:spPr>
            <a:xfrm>
              <a:off x="2335685" y="6870330"/>
              <a:ext cx="2695101" cy="1194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RELIABILITY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64998BC-6187-181A-092B-C531F0816069}"/>
                </a:ext>
              </a:extLst>
            </p:cNvPr>
            <p:cNvSpPr/>
            <p:nvPr/>
          </p:nvSpPr>
          <p:spPr>
            <a:xfrm>
              <a:off x="2335685" y="8166973"/>
              <a:ext cx="2695101" cy="1194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RELISIENCE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4D22948-5E43-3910-6DA5-5EDD19F6D1DA}"/>
                </a:ext>
              </a:extLst>
            </p:cNvPr>
            <p:cNvSpPr/>
            <p:nvPr/>
          </p:nvSpPr>
          <p:spPr>
            <a:xfrm>
              <a:off x="2335685" y="2057093"/>
              <a:ext cx="6341785" cy="826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CHALLENGE CONSTRAINTS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26D80C44-BEE9-7785-612A-3B02D438B735}"/>
                </a:ext>
              </a:extLst>
            </p:cNvPr>
            <p:cNvSpPr/>
            <p:nvPr/>
          </p:nvSpPr>
          <p:spPr>
            <a:xfrm>
              <a:off x="12506839" y="2057093"/>
              <a:ext cx="4717472" cy="8263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DESIGN SOLUTIONS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AF0CCDA-EBB2-3150-8D39-9A210CCAC7A1}"/>
                </a:ext>
              </a:extLst>
            </p:cNvPr>
            <p:cNvSpPr/>
            <p:nvPr/>
          </p:nvSpPr>
          <p:spPr>
            <a:xfrm>
              <a:off x="13025535" y="3085351"/>
              <a:ext cx="1026367" cy="366976"/>
            </a:xfrm>
            <a:prstGeom prst="rect">
              <a:avLst/>
            </a:prstGeom>
            <a:solidFill>
              <a:srgbClr val="CBDBDB"/>
            </a:solidFill>
            <a:ln>
              <a:noFill/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ctr"/>
              <a:r>
                <a:rPr lang="en-US" sz="1400" b="1" noProof="0" dirty="0">
                  <a:latin typeface="Ubuntu" panose="020B0504030602030204" pitchFamily="34" charset="0"/>
                </a:rPr>
                <a:t>LTE-M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0120506-963C-C8C4-8BD8-F1E7224182B7}"/>
                </a:ext>
              </a:extLst>
            </p:cNvPr>
            <p:cNvSpPr/>
            <p:nvPr/>
          </p:nvSpPr>
          <p:spPr>
            <a:xfrm>
              <a:off x="5187617" y="3108923"/>
              <a:ext cx="6979699" cy="957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LTE-M </a:t>
              </a:r>
              <a:r>
                <a:rPr lang="en-US" sz="2800" noProof="0" dirty="0">
                  <a:latin typeface="Ubuntu" panose="020B0504030602030204" pitchFamily="34" charset="0"/>
                </a:rPr>
                <a:t>provides necessary range for the communication with the town (2 km) 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ED7B963-4061-1D57-6217-8F4B65BE521D}"/>
                </a:ext>
              </a:extLst>
            </p:cNvPr>
            <p:cNvSpPr/>
            <p:nvPr/>
          </p:nvSpPr>
          <p:spPr>
            <a:xfrm>
              <a:off x="5187617" y="4436262"/>
              <a:ext cx="6979699" cy="957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ZigBee </a:t>
              </a:r>
              <a:r>
                <a:rPr lang="en-US" sz="2800" noProof="0" dirty="0">
                  <a:latin typeface="Ubuntu" panose="020B0504030602030204" pitchFamily="34" charset="0"/>
                </a:rPr>
                <a:t>enables years of battery life for wearables and field sensors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E2ABC8E8-731F-7935-B46A-B6A6CF1A67D0}"/>
                </a:ext>
              </a:extLst>
            </p:cNvPr>
            <p:cNvSpPr/>
            <p:nvPr/>
          </p:nvSpPr>
          <p:spPr>
            <a:xfrm>
              <a:off x="5187617" y="8312604"/>
              <a:ext cx="6979699" cy="957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Gate logic </a:t>
              </a:r>
              <a:r>
                <a:rPr lang="en-US" sz="2800" noProof="0" dirty="0">
                  <a:latin typeface="Ubuntu" panose="020B0504030602030204" pitchFamily="34" charset="0"/>
                </a:rPr>
                <a:t>implemented at </a:t>
              </a:r>
              <a:r>
                <a:rPr lang="en-US" sz="2800" b="1" noProof="0" dirty="0">
                  <a:latin typeface="Ubuntu" panose="020B0504030602030204" pitchFamily="34" charset="0"/>
                </a:rPr>
                <a:t>Edge </a:t>
              </a:r>
              <a:r>
                <a:rPr lang="en-US" sz="2800" noProof="0" dirty="0">
                  <a:latin typeface="Ubuntu" panose="020B0504030602030204" pitchFamily="34" charset="0"/>
                </a:rPr>
                <a:t>to operate even during internet outages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2340199-00D6-C982-F34A-A7E152E00790}"/>
                </a:ext>
              </a:extLst>
            </p:cNvPr>
            <p:cNvSpPr/>
            <p:nvPr/>
          </p:nvSpPr>
          <p:spPr>
            <a:xfrm>
              <a:off x="5187617" y="7033699"/>
              <a:ext cx="6979699" cy="957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LTE-M </a:t>
              </a:r>
              <a:r>
                <a:rPr lang="en-US" sz="2800" noProof="0" dirty="0">
                  <a:latin typeface="Ubuntu" panose="020B0504030602030204" pitchFamily="34" charset="0"/>
                </a:rPr>
                <a:t>offers lower latency than </a:t>
              </a:r>
              <a:r>
                <a:rPr lang="en-US" sz="2800" b="1" noProof="0" dirty="0">
                  <a:latin typeface="Ubuntu" panose="020B0504030602030204" pitchFamily="34" charset="0"/>
                </a:rPr>
                <a:t>LoRaWAN</a:t>
              </a:r>
              <a:r>
                <a:rPr lang="en-US" sz="2800" noProof="0" dirty="0">
                  <a:latin typeface="Ubuntu" panose="020B0504030602030204" pitchFamily="34" charset="0"/>
                </a:rPr>
                <a:t>, critical for the fall alerts 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F355B6D-8924-96E7-F9C0-4633A62F73DC}"/>
                </a:ext>
              </a:extLst>
            </p:cNvPr>
            <p:cNvSpPr/>
            <p:nvPr/>
          </p:nvSpPr>
          <p:spPr>
            <a:xfrm>
              <a:off x="5187617" y="5706360"/>
              <a:ext cx="6979699" cy="957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72000" tIns="36000" rIns="36000" bIns="36000" rtlCol="0" anchor="ctr" anchorCtr="0">
              <a:noAutofit/>
            </a:bodyPr>
            <a:lstStyle/>
            <a:p>
              <a:pPr algn="l"/>
              <a:r>
                <a:rPr lang="en-US" sz="2800" b="1" noProof="0" dirty="0">
                  <a:latin typeface="Ubuntu" panose="020B0504030602030204" pitchFamily="34" charset="0"/>
                </a:rPr>
                <a:t>LTE-M </a:t>
              </a:r>
              <a:r>
                <a:rPr lang="en-US" sz="2800" noProof="0" dirty="0">
                  <a:latin typeface="Ubuntu" panose="020B0504030602030204" pitchFamily="34" charset="0"/>
                </a:rPr>
                <a:t>eliminates the message-per-day constraints of </a:t>
              </a:r>
              <a:r>
                <a:rPr lang="en-US" sz="2800" b="1" noProof="0" dirty="0">
                  <a:latin typeface="Ubuntu" panose="020B0504030602030204" pitchFamily="34" charset="0"/>
                </a:rPr>
                <a:t>LoRaWAN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394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867B7"/>
        </a:solidFill>
        <a:ln>
          <a:noFill/>
        </a:ln>
      </a:spPr>
      <a:bodyPr spcFirstLastPara="1" wrap="square" lIns="72000" tIns="36000" rIns="36000" bIns="36000" anchor="ctr" anchorCtr="0">
        <a:noAutofit/>
      </a:bodyPr>
      <a:lstStyle>
        <a:defPPr algn="l">
          <a:defRPr sz="1200" b="1" noProof="0" dirty="0">
            <a:solidFill>
              <a:schemeClr val="bg1"/>
            </a:solidFill>
            <a:latin typeface="Ubuntu" panose="020B0504030602030204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979a40-6145-4262-ac9c-6c5da0bb6d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6D297D7D72CF48BC00C85FA7DA7FAD" ma:contentTypeVersion="15" ma:contentTypeDescription="Crear nuevo documento." ma:contentTypeScope="" ma:versionID="bff06d55417470980e87afe6d4cf8d71">
  <xsd:schema xmlns:xsd="http://www.w3.org/2001/XMLSchema" xmlns:xs="http://www.w3.org/2001/XMLSchema" xmlns:p="http://schemas.microsoft.com/office/2006/metadata/properties" xmlns:ns3="6f979a40-6145-4262-ac9c-6c5da0bb6d58" xmlns:ns4="1b867f6b-d099-456f-897d-750bac300416" targetNamespace="http://schemas.microsoft.com/office/2006/metadata/properties" ma:root="true" ma:fieldsID="397249c406ff59e2b6cb07f3a779a953" ns3:_="" ns4:_="">
    <xsd:import namespace="6f979a40-6145-4262-ac9c-6c5da0bb6d58"/>
    <xsd:import namespace="1b867f6b-d099-456f-897d-750bac3004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79a40-6145-4262-ac9c-6c5da0bb6d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67f6b-d099-456f-897d-750bac30041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99F01C-FABB-4080-9952-15D8573AB5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EAF6AC-A10F-4E0D-BB8D-50ECD6BB2F85}">
  <ds:schemaRefs>
    <ds:schemaRef ds:uri="1b867f6b-d099-456f-897d-750bac300416"/>
    <ds:schemaRef ds:uri="6f979a40-6145-4262-ac9c-6c5da0bb6d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83712F-F844-4CC0-B5BA-BC57B0539F37}">
  <ds:schemaRefs>
    <ds:schemaRef ds:uri="1b867f6b-d099-456f-897d-750bac300416"/>
    <ds:schemaRef ds:uri="6f979a40-6145-4262-ac9c-6c5da0bb6d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193</Words>
  <Application>Microsoft Office PowerPoint</Application>
  <PresentationFormat>Personalizado</PresentationFormat>
  <Paragraphs>57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Ubuntu</vt:lpstr>
      <vt:lpstr>Arial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Finance Business Report Presentation</dc:title>
  <dc:creator>Estela</dc:creator>
  <cp:lastModifiedBy>ESTELA MORA BARBA</cp:lastModifiedBy>
  <cp:revision>3</cp:revision>
  <dcterms:created xsi:type="dcterms:W3CDTF">2006-08-16T00:00:00Z</dcterms:created>
  <dcterms:modified xsi:type="dcterms:W3CDTF">2026-02-08T19:02:58Z</dcterms:modified>
  <dc:identifier>DAGjl_6cPhI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0x0101003E6D297D7D72CF48BC00C85FA7DA7FAD</vt:lpwstr>
  </property>
</Properties>
</file>